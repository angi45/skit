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41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5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2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3624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15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957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96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887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46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575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06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50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586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>
                <a:solidFill>
                  <a:srgbClr val="1E3C96"/>
                </a:solidFill>
              </a:defRPr>
            </a:pPr>
            <a:r>
              <a:t>Автоматизирано тестирање на Spring Boot Web апликација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Студент: Ангела Цветковска 221001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Вовед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Проект</a:t>
            </a:r>
            <a:r>
              <a:rPr dirty="0"/>
              <a:t> </a:t>
            </a:r>
            <a:r>
              <a:rPr dirty="0" err="1"/>
              <a:t>изработен</a:t>
            </a:r>
            <a:r>
              <a:rPr dirty="0"/>
              <a:t> </a:t>
            </a:r>
            <a:r>
              <a:rPr dirty="0" err="1"/>
              <a:t>во</a:t>
            </a:r>
            <a:r>
              <a:rPr dirty="0"/>
              <a:t> </a:t>
            </a:r>
            <a:r>
              <a:rPr dirty="0" err="1"/>
              <a:t>рамки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предметот</a:t>
            </a:r>
            <a:r>
              <a:rPr dirty="0"/>
              <a:t> '</a:t>
            </a:r>
            <a:r>
              <a:rPr dirty="0" err="1"/>
              <a:t>Софтверски</a:t>
            </a:r>
            <a:r>
              <a:rPr dirty="0"/>
              <a:t> </a:t>
            </a:r>
            <a:r>
              <a:rPr dirty="0" err="1"/>
              <a:t>квалитет</a:t>
            </a:r>
            <a:r>
              <a:rPr dirty="0"/>
              <a:t> и </a:t>
            </a:r>
            <a:r>
              <a:rPr dirty="0" err="1"/>
              <a:t>тестирање</a:t>
            </a:r>
            <a:r>
              <a:rPr dirty="0"/>
              <a:t>'.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Цел</a:t>
            </a:r>
            <a:r>
              <a:rPr dirty="0"/>
              <a:t>: </a:t>
            </a:r>
            <a:r>
              <a:rPr dirty="0" err="1"/>
              <a:t>Демонстрација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автоматизирано</a:t>
            </a:r>
            <a:r>
              <a:rPr dirty="0"/>
              <a:t> </a:t>
            </a:r>
            <a:r>
              <a:rPr dirty="0" err="1"/>
              <a:t>тестирање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Spring Boot </a:t>
            </a:r>
            <a:r>
              <a:rPr dirty="0" err="1"/>
              <a:t>веб</a:t>
            </a:r>
            <a:r>
              <a:rPr dirty="0"/>
              <a:t> </a:t>
            </a:r>
            <a:r>
              <a:rPr dirty="0" err="1"/>
              <a:t>апликација</a:t>
            </a:r>
            <a:r>
              <a:rPr dirty="0"/>
              <a:t>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Тестирани</a:t>
            </a:r>
            <a:r>
              <a:rPr dirty="0"/>
              <a:t> </a:t>
            </a:r>
            <a:r>
              <a:rPr dirty="0" err="1"/>
              <a:t>се</a:t>
            </a:r>
            <a:r>
              <a:rPr dirty="0"/>
              <a:t> </a:t>
            </a:r>
            <a:r>
              <a:rPr dirty="0" err="1"/>
              <a:t>повеќе</a:t>
            </a:r>
            <a:r>
              <a:rPr dirty="0"/>
              <a:t> </a:t>
            </a:r>
            <a:r>
              <a:rPr dirty="0" err="1"/>
              <a:t>слоеви</a:t>
            </a:r>
            <a:r>
              <a:rPr dirty="0"/>
              <a:t>: </a:t>
            </a:r>
            <a:r>
              <a:rPr dirty="0" err="1"/>
              <a:t>сервис</a:t>
            </a:r>
            <a:r>
              <a:rPr dirty="0"/>
              <a:t>, </a:t>
            </a:r>
            <a:r>
              <a:rPr dirty="0" err="1"/>
              <a:t>репозиториум</a:t>
            </a:r>
            <a:r>
              <a:rPr dirty="0"/>
              <a:t>, </a:t>
            </a:r>
            <a:r>
              <a:rPr dirty="0" err="1"/>
              <a:t>контролери</a:t>
            </a:r>
            <a:r>
              <a:rPr dirty="0"/>
              <a:t>, UI и </a:t>
            </a:r>
            <a:r>
              <a:rPr lang="en-US" dirty="0" smtClean="0"/>
              <a:t>security</a:t>
            </a:r>
            <a:r>
              <a:rPr dirty="0" smtClean="0"/>
              <a:t>.</a:t>
            </a:r>
            <a:endParaRPr dirty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Апликација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управување</a:t>
            </a:r>
            <a:r>
              <a:rPr dirty="0"/>
              <a:t> </a:t>
            </a:r>
            <a:r>
              <a:rPr dirty="0" err="1"/>
              <a:t>со</a:t>
            </a:r>
            <a:r>
              <a:rPr dirty="0"/>
              <a:t> </a:t>
            </a:r>
            <a:r>
              <a:rPr dirty="0" err="1"/>
              <a:t>јадења</a:t>
            </a:r>
            <a:r>
              <a:rPr dirty="0"/>
              <a:t> (Dish) и </a:t>
            </a:r>
            <a:r>
              <a:rPr dirty="0" err="1"/>
              <a:t>готвачи</a:t>
            </a:r>
            <a:r>
              <a:rPr dirty="0"/>
              <a:t> (Chef).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Улогите и нивните овластувања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645925"/>
              </p:ext>
            </p:extLst>
          </p:nvPr>
        </p:nvGraphicFramePr>
        <p:xfrm>
          <a:off x="457200" y="3117273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1E3C96"/>
                          </a:solidFill>
                        </a:defRPr>
                      </a:pPr>
                      <a:r>
                        <a:rPr dirty="0" err="1"/>
                        <a:t>Улога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1E3C96"/>
                          </a:solidFill>
                        </a:defRPr>
                      </a:pPr>
                      <a:r>
                        <a:t>Овластувања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Само преглед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 err="1"/>
                        <a:t>Целосен</a:t>
                      </a:r>
                      <a:r>
                        <a:rPr dirty="0"/>
                        <a:t> CRUD </a:t>
                      </a:r>
                      <a:r>
                        <a:rPr dirty="0" err="1"/>
                        <a:t>пристап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Типови тестирање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239272"/>
              </p:ext>
            </p:extLst>
          </p:nvPr>
        </p:nvGraphicFramePr>
        <p:xfrm>
          <a:off x="457200" y="2673928"/>
          <a:ext cx="8229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1E3C96"/>
                          </a:solidFill>
                        </a:defRPr>
                      </a:pPr>
                      <a:r>
                        <a:rPr dirty="0" err="1"/>
                        <a:t>Тип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тест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1E3C96"/>
                          </a:solidFill>
                        </a:defRPr>
                      </a:pPr>
                      <a:r>
                        <a:t>Што се тестира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1E3C96"/>
                          </a:solidFill>
                        </a:defRPr>
                      </a:pPr>
                      <a:r>
                        <a:t>Алатка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Unit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 err="1"/>
                        <a:t>Сервис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логика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исклучоци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Mockito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Repository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 err="1"/>
                        <a:t>Читање</a:t>
                      </a:r>
                      <a:r>
                        <a:rPr dirty="0"/>
                        <a:t>/</a:t>
                      </a:r>
                      <a:r>
                        <a:rPr dirty="0" err="1"/>
                        <a:t>запис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во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база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Testcontainers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Web MVC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 err="1"/>
                        <a:t>Контролери</a:t>
                      </a:r>
                      <a:r>
                        <a:rPr dirty="0"/>
                        <a:t>, </a:t>
                      </a:r>
                      <a:r>
                        <a:rPr dirty="0" err="1"/>
                        <a:t>статуси</a:t>
                      </a:r>
                      <a:r>
                        <a:rPr dirty="0"/>
                        <a:t>, </a:t>
                      </a:r>
                      <a:r>
                        <a:rPr dirty="0" smtClean="0"/>
                        <a:t>view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MockMvc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Integration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End-to-end backend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MockMvc + реална база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UI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Логирање, CRUD, UI елементи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Selenium WebDriver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4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/>
                        <a:t>Security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t>Role-based пристап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282828"/>
                          </a:solidFill>
                        </a:defRPr>
                      </a:pPr>
                      <a:r>
                        <a:rPr dirty="0"/>
                        <a:t>Spring Security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Користени алатки и технологии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smtClean="0"/>
              <a:t>Spring MVC Test Framework</a:t>
            </a:r>
            <a:r>
              <a:rPr lang="en-US" dirty="0" smtClean="0"/>
              <a:t> - </a:t>
            </a:r>
            <a:r>
              <a:rPr lang="mk-MK" dirty="0" smtClean="0"/>
              <a:t>Тестирање на контролери без стартување на сервер </a:t>
            </a:r>
            <a:endParaRPr lang="en-US" dirty="0" smtClean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smtClean="0"/>
              <a:t>Selenium WebDriver</a:t>
            </a:r>
            <a:r>
              <a:rPr lang="en-US" dirty="0" smtClean="0"/>
              <a:t> – </a:t>
            </a:r>
            <a:r>
              <a:rPr lang="ru-RU" dirty="0" smtClean="0"/>
              <a:t>UI</a:t>
            </a:r>
            <a:r>
              <a:rPr lang="en-US" dirty="0"/>
              <a:t> </a:t>
            </a:r>
            <a:r>
              <a:rPr lang="ru-RU" dirty="0" smtClean="0"/>
              <a:t>тестирање </a:t>
            </a:r>
            <a:r>
              <a:rPr lang="ru-RU" dirty="0"/>
              <a:t>со вистински browser</a:t>
            </a:r>
            <a:endParaRPr dirty="0" smtClean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 smtClean="0"/>
              <a:t>Testcontainers</a:t>
            </a:r>
            <a:r>
              <a:rPr dirty="0" smtClean="0"/>
              <a:t> (PostgreSQL)</a:t>
            </a:r>
            <a:r>
              <a:rPr lang="en-US" dirty="0" smtClean="0"/>
              <a:t> - </a:t>
            </a:r>
            <a:r>
              <a:rPr lang="ru-RU" dirty="0"/>
              <a:t>Интеграционо тестирање со реална PostgreSQL база во контејнер</a:t>
            </a:r>
            <a:endParaRPr dirty="0" smtClean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 smtClean="0"/>
              <a:t>Mockito</a:t>
            </a:r>
            <a:r>
              <a:rPr lang="en-US" dirty="0" smtClean="0"/>
              <a:t> - </a:t>
            </a:r>
            <a:r>
              <a:rPr lang="mk-MK" dirty="0"/>
              <a:t>Тестови со </a:t>
            </a:r>
            <a:r>
              <a:rPr lang="en-US" dirty="0"/>
              <a:t>mock </a:t>
            </a:r>
            <a:r>
              <a:rPr lang="mk-MK" dirty="0"/>
              <a:t>објекти</a:t>
            </a:r>
            <a:endParaRPr dirty="0" smtClean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smtClean="0"/>
              <a:t>Spring Security Test</a:t>
            </a:r>
            <a:r>
              <a:rPr lang="en-US" dirty="0" smtClean="0"/>
              <a:t> - </a:t>
            </a:r>
            <a:r>
              <a:rPr lang="mk-MK" dirty="0"/>
              <a:t>Тестирање на пристап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Backend тест сценарија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t>CRUD операции (Chef/Dish) преку контролер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Забрана на CRUD за USER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Проверка дека податоците се запишани во база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UI тест сценарија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Најава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ADMIN </a:t>
            </a:r>
            <a:r>
              <a:rPr dirty="0" err="1"/>
              <a:t>корисник</a:t>
            </a:r>
            <a:endParaRPr dirty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Отворање</a:t>
            </a:r>
            <a:r>
              <a:rPr dirty="0"/>
              <a:t> </a:t>
            </a:r>
            <a:r>
              <a:rPr dirty="0" err="1"/>
              <a:t>форма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ново</a:t>
            </a:r>
            <a:r>
              <a:rPr dirty="0"/>
              <a:t> </a:t>
            </a:r>
            <a:r>
              <a:rPr dirty="0" err="1"/>
              <a:t>јадење</a:t>
            </a:r>
            <a:endParaRPr dirty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Креирање</a:t>
            </a:r>
            <a:r>
              <a:rPr dirty="0"/>
              <a:t> </a:t>
            </a:r>
            <a:r>
              <a:rPr dirty="0" err="1"/>
              <a:t>јадење</a:t>
            </a:r>
            <a:r>
              <a:rPr dirty="0"/>
              <a:t> </a:t>
            </a:r>
            <a:r>
              <a:rPr dirty="0" err="1"/>
              <a:t>преку</a:t>
            </a:r>
            <a:r>
              <a:rPr dirty="0"/>
              <a:t> UI </a:t>
            </a:r>
            <a:r>
              <a:rPr dirty="0" err="1"/>
              <a:t>чекори</a:t>
            </a:r>
            <a:endParaRPr dirty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листа</a:t>
            </a:r>
            <a:endParaRPr dirty="0"/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rPr dirty="0"/>
              <a:t>USER → </a:t>
            </a:r>
            <a:r>
              <a:rPr dirty="0" err="1"/>
              <a:t>нема</a:t>
            </a:r>
            <a:r>
              <a:rPr dirty="0"/>
              <a:t> Delete/Edit </a:t>
            </a:r>
            <a:r>
              <a:rPr dirty="0" err="1"/>
              <a:t>копчиња</a:t>
            </a:r>
            <a:r>
              <a:rPr dirty="0"/>
              <a:t> (role-based visibility)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Постигнати резултати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t>Сите тестови поминуваат успешно.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Апликацијата е функционална и стабилна.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UI интеракцијата работи правилно.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Базата е интегрирана и сигурна.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Role-based пристапот е потврден.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1E3C96"/>
                </a:solidFill>
              </a:defRPr>
            </a:pPr>
            <a:r>
              <a:t>Заклучок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defRPr sz="2000">
                <a:solidFill>
                  <a:srgbClr val="282828"/>
                </a:solidFill>
              </a:defRPr>
            </a:pPr>
            <a:r>
              <a:t>Тестирањето има клучна улога во развој на стабилен софтвер.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Применети повеќе техники и алатки.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Покриени се повеќе слоеви на архитектурата.</a:t>
            </a:r>
          </a:p>
          <a:p>
            <a:pPr lvl="1">
              <a:defRPr sz="2000">
                <a:solidFill>
                  <a:srgbClr val="282828"/>
                </a:solidFill>
              </a:defRPr>
            </a:pPr>
            <a:r>
              <a:t>Реални тест сценарија со UI и автентикација.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36</TotalTime>
  <Words>295</Words>
  <Application>Microsoft Office PowerPoint</Application>
  <PresentationFormat>On-screen Show (4:3)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Corbel</vt:lpstr>
      <vt:lpstr>Gill Sans MT</vt:lpstr>
      <vt:lpstr>Parcel</vt:lpstr>
      <vt:lpstr>Автоматизирано тестирање на Spring Boot Web апликација</vt:lpstr>
      <vt:lpstr>Вовед</vt:lpstr>
      <vt:lpstr>Улогите и нивните овластувања</vt:lpstr>
      <vt:lpstr>Типови тестирање</vt:lpstr>
      <vt:lpstr>Користени алатки и технологии</vt:lpstr>
      <vt:lpstr>Backend тест сценарија</vt:lpstr>
      <vt:lpstr>UI тест сценарија</vt:lpstr>
      <vt:lpstr>Постигнати резултати</vt:lpstr>
      <vt:lpstr>Заклучок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Автоматизирано тестирање на Spring Boot Web апликација</dc:title>
  <dc:subject/>
  <dc:creator/>
  <cp:keywords/>
  <dc:description>generated using python-pptx</dc:description>
  <cp:lastModifiedBy>pc</cp:lastModifiedBy>
  <cp:revision>3</cp:revision>
  <dcterms:created xsi:type="dcterms:W3CDTF">2013-01-27T09:14:16Z</dcterms:created>
  <dcterms:modified xsi:type="dcterms:W3CDTF">2025-12-11T13:50:01Z</dcterms:modified>
  <cp:category/>
</cp:coreProperties>
</file>